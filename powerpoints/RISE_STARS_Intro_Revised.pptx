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19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Today you are developers, not just players. We already have a starter game, so your job is to understand one part of it and improve it. You do not need to know everything about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who have used GitHub to raise their hands. Distribute them so every team has at least one. If there are too few, help groups directly; do not force students to pretend they know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project folder and briefly demonstrate running app.py. Students should use their existing installed packages. Help with camera permission or Python environment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that a visual change is valid if beginners are unsure where to start. Encourage students to read the relevant lines before modifying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Launch the activity. Have each team verify the project runs, make a change, test, and save it through GitHub. End with quick demonstrations where feasible.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nerle/RISEGam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Today: build a webcam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You’ll work together to make a Rock–Paper–Scissors game your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We have a working Python starter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Run it and see how the webcam game 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Make one improvement as a team.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By the end, your team should be able to show what you changed.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First: form your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STARS teams have 2–3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GITHUB HELPER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Every team needs at least one person comfortable with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SHARE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Choose who navigates, who investigates code, and who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SWITCH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Everyone should get a chance to contribute.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Raise your hand if you have used GitHub before. Then form balanced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Get the game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Do these steps with your team before changing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1.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Open the project folder in VS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2.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Run app.py using the prepared Python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3.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Allow webcam access and try a few rounds.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If something does not work, ask for help before editing the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Your challenge: change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Choose a small change you can explain and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LOOK &amp; FEEL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Change the instructions, messages, or on-screen appearance.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GAMEPLAY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Improve how scores, rounds, or win messages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YOUR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Pitch another small improvement to the instructor.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Start small. A working improvement is better than an unfinished big idea.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Ready? Here is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Use GitHub to save your work, then show your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TEAM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Check that your team has a GitHub helper.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BUILD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Change one thing and test the webcam game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SAVE &amp;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Commit and push with help from your teammate.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Begin now. Be ready to demonstrate your change and say what you learned.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726743-0464-16A4-6438-F4E01CF4CDFB}"/>
              </a:ext>
            </a:extLst>
          </p:cNvPr>
          <p:cNvSpPr txBox="1"/>
          <p:nvPr/>
        </p:nvSpPr>
        <p:spPr>
          <a:xfrm>
            <a:off x="685800" y="5432612"/>
            <a:ext cx="6640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linkClick r:id="rId3"/>
              </a:rPr>
              <a:t>https://github.com/linnerle/RISEGame</a:t>
            </a:r>
            <a:r>
              <a:rPr lang="en-US" sz="32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Macintosh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Linn Kloefta</cp:lastModifiedBy>
  <cp:revision>2</cp:revision>
  <dcterms:created xsi:type="dcterms:W3CDTF">2013-01-27T09:14:16Z</dcterms:created>
  <dcterms:modified xsi:type="dcterms:W3CDTF">2026-10-29T16:14:55Z</dcterms:modified>
  <cp:category/>
</cp:coreProperties>
</file>