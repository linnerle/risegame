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660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students from both paths. Explain that this is a separate session: newcomers do not need prior attendance, and returners can build on prior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GitHub-comfortable students to identify themselves and distribute across groups. For solo students, provide direct instructor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demo the starting point. Help new students with the folder, packages and webcam permissions. Returning students should not need to restart.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a brief proposal from each team. Encourage students to identify relevant code before editing. Scope their features to session time and skill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Begin independent work. Circulate to help with debugging and GitHub. End by asking teams to briefly demonstrate their change and explain how they tested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nnerle/RISEGam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SCHOLARS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Today: take the webcam game further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Use Python, VS Code, and GitHub to extend a working Rock–Paper–Scissors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NEW TODAY?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Start with the provided project and get it running.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BACK FROM STARS?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Continue the version you already worked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EVERYONE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Aim for a feature you can demonstrate and explain.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rPr dirty="0"/>
              <a:t>You can join this session even if you did not attend STARS.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SCHOLARS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Form teams and pick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SCHOLARS teams may have 1–4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GITHUB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Each multi-person team needs someone comfortable with GitHub.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DIVIDE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Plan who will edit, test, debug, and manage commits.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WORK TOGETHER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A GitHub-experienced student should guide, not take over.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t>Working solo? Ask for GitHub help whenever you need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SCHOLARS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Set up your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Everyone starts with a game that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RETURNING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Open your existing project and review what you 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Open the starter folder in VS Code and run app.py.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ALL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Test the webcam and confirm your baseline works.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t>Do not begin a new feature until the current game runs.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SCHOLARS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Choose a feature and make a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Pick one improvement that is achievable in this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GAME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Add rounds, feedback, or better scoring.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Improve instructions, visual cues, or error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TEAM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Decide what to change, how to test it, and who owns each part.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t>A clear, tested feature matters more than the number of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55E8A"/>
                </a:solidFill>
                <a:latin typeface="Aptos"/>
              </a:defRPr>
            </a:pPr>
            <a:r>
              <a:t>RISE  /  SCHOLARS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881360" cy="786384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192A3F"/>
                </a:solidFill>
                <a:latin typeface="Aptos"/>
              </a:defRPr>
            </a:pPr>
            <a:r>
              <a:t>Build, commit,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5E6D78"/>
                </a:solidFill>
                <a:latin typeface="Aptos"/>
              </a:defRPr>
            </a:pPr>
            <a:r>
              <a:t>Your goal is a working change and an explanation.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596896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DEVELOP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596896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Make the feature in small steps and test often.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419856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547872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47872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Commit and push your tested work.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370832"/>
            <a:ext cx="10835640" cy="786384"/>
          </a:xfrm>
          <a:prstGeom prst="roundRect">
            <a:avLst/>
          </a:prstGeom>
          <a:solidFill>
            <a:srgbClr val="ED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4498848"/>
            <a:ext cx="2926080" cy="566928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255E8A"/>
                </a:solidFill>
                <a:latin typeface="Aptos"/>
              </a:defRPr>
            </a:pPr>
            <a:r>
              <a:t>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498848"/>
            <a:ext cx="7406640" cy="585216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232B34"/>
                </a:solidFill>
                <a:latin typeface="Aptos"/>
              </a:defRPr>
            </a:pPr>
            <a:r>
              <a:t>Demo your improvement and explain what you changed.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45352"/>
            <a:ext cx="1060704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E6D78"/>
                </a:solidFill>
                <a:latin typeface="Aptos"/>
              </a:defRPr>
            </a:pPr>
            <a:r>
              <a:t>If you finish early, help another teammate understand the code or polish your feature.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217920"/>
            <a:ext cx="54864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5E6D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EA3A57-B1F1-7537-26D0-28B839922D97}"/>
              </a:ext>
            </a:extLst>
          </p:cNvPr>
          <p:cNvSpPr txBox="1"/>
          <p:nvPr/>
        </p:nvSpPr>
        <p:spPr>
          <a:xfrm>
            <a:off x="685800" y="5432612"/>
            <a:ext cx="66401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hlinkClick r:id="rId3"/>
              </a:rPr>
              <a:t>https://github.com/linnerle/RISEGame</a:t>
            </a:r>
            <a:r>
              <a:rPr lang="en-US" sz="3200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487</Words>
  <Application>Microsoft Macintosh PowerPoint</Application>
  <PresentationFormat>Widescreen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Linn Kloefta</cp:lastModifiedBy>
  <cp:revision>3</cp:revision>
  <dcterms:created xsi:type="dcterms:W3CDTF">2013-01-27T09:14:16Z</dcterms:created>
  <dcterms:modified xsi:type="dcterms:W3CDTF">2026-10-29T16:14:53Z</dcterms:modified>
  <cp:category/>
</cp:coreProperties>
</file>